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D6FF"/>
    <a:srgbClr val="0096FF"/>
    <a:srgbClr val="EA3C46"/>
    <a:srgbClr val="ADA567"/>
    <a:srgbClr val="BA0003"/>
    <a:srgbClr val="FEC8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028" autoAdjust="0"/>
    <p:restoredTop sz="99878" autoAdjust="0"/>
  </p:normalViewPr>
  <p:slideViewPr>
    <p:cSldViewPr snapToGrid="0" snapToObjects="1">
      <p:cViewPr varScale="1">
        <p:scale>
          <a:sx n="117" d="100"/>
          <a:sy n="117" d="100"/>
        </p:scale>
        <p:origin x="184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7C9A-2592-1D4F-BCD8-3EF6EC016862}" type="datetimeFigureOut">
              <a:rPr lang="en-US" smtClean="0"/>
              <a:t>3/8/20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368-7B69-4B48-BD09-AFBA3B335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73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7C9A-2592-1D4F-BCD8-3EF6EC016862}" type="datetimeFigureOut">
              <a:rPr lang="en-US" smtClean="0"/>
              <a:t>3/8/20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368-7B69-4B48-BD09-AFBA3B335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31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7C9A-2592-1D4F-BCD8-3EF6EC016862}" type="datetimeFigureOut">
              <a:rPr lang="en-US" smtClean="0"/>
              <a:t>3/8/20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368-7B69-4B48-BD09-AFBA3B335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78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7C9A-2592-1D4F-BCD8-3EF6EC016862}" type="datetimeFigureOut">
              <a:rPr lang="en-US" smtClean="0"/>
              <a:t>3/8/20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368-7B69-4B48-BD09-AFBA3B335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31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7C9A-2592-1D4F-BCD8-3EF6EC016862}" type="datetimeFigureOut">
              <a:rPr lang="en-US" smtClean="0"/>
              <a:t>3/8/20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368-7B69-4B48-BD09-AFBA3B335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14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7C9A-2592-1D4F-BCD8-3EF6EC016862}" type="datetimeFigureOut">
              <a:rPr lang="en-US" smtClean="0"/>
              <a:t>3/8/20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368-7B69-4B48-BD09-AFBA3B335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22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7C9A-2592-1D4F-BCD8-3EF6EC016862}" type="datetimeFigureOut">
              <a:rPr lang="en-US" smtClean="0"/>
              <a:t>3/8/20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368-7B69-4B48-BD09-AFBA3B335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10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7C9A-2592-1D4F-BCD8-3EF6EC016862}" type="datetimeFigureOut">
              <a:rPr lang="en-US" smtClean="0"/>
              <a:t>3/8/20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368-7B69-4B48-BD09-AFBA3B335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34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7C9A-2592-1D4F-BCD8-3EF6EC016862}" type="datetimeFigureOut">
              <a:rPr lang="en-US" smtClean="0"/>
              <a:t>3/8/20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368-7B69-4B48-BD09-AFBA3B335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08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7C9A-2592-1D4F-BCD8-3EF6EC016862}" type="datetimeFigureOut">
              <a:rPr lang="en-US" smtClean="0"/>
              <a:t>3/8/20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368-7B69-4B48-BD09-AFBA3B335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1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7C9A-2592-1D4F-BCD8-3EF6EC016862}" type="datetimeFigureOut">
              <a:rPr lang="en-US" smtClean="0"/>
              <a:t>3/8/20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7368-7B69-4B48-BD09-AFBA3B335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68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D7C9A-2592-1D4F-BCD8-3EF6EC016862}" type="datetimeFigureOut">
              <a:rPr lang="en-US" smtClean="0"/>
              <a:t>3/8/20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F7368-7B69-4B48-BD09-AFBA3B335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92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20407" y="884514"/>
            <a:ext cx="1676094" cy="1676094"/>
          </a:xfrm>
          <a:prstGeom prst="rect">
            <a:avLst/>
          </a:prstGeom>
          <a:noFill/>
          <a:ln w="152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bIns="274320" rtlCol="0" anchor="ctr"/>
          <a:lstStyle/>
          <a:p>
            <a:pPr algn="ctr"/>
            <a:r>
              <a:rPr lang="en-US" sz="138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/>
                <a:cs typeface="Times New Roman"/>
              </a:rPr>
              <a:t>E</a:t>
            </a:r>
            <a:endParaRPr lang="en-US" sz="166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28680" y="873628"/>
            <a:ext cx="1676094" cy="1676094"/>
          </a:xfrm>
          <a:prstGeom prst="rect">
            <a:avLst/>
          </a:prstGeom>
          <a:noFill/>
          <a:ln w="152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bIns="274320" rtlCol="0" anchor="ctr"/>
          <a:lstStyle/>
          <a:p>
            <a:pPr algn="ctr"/>
            <a:r>
              <a:rPr lang="en-US" sz="138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  <a:endParaRPr lang="en-US" sz="166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3566727" y="4237341"/>
            <a:ext cx="1676094" cy="1676094"/>
            <a:chOff x="3421438" y="3364335"/>
            <a:chExt cx="1676094" cy="1676094"/>
          </a:xfrm>
        </p:grpSpPr>
        <p:pic>
          <p:nvPicPr>
            <p:cNvPr id="18" name="Picture 17" descr="usmc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8758" y="3498116"/>
              <a:ext cx="1219200" cy="137160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>
            <a:xfrm>
              <a:off x="3421438" y="3364335"/>
              <a:ext cx="1676094" cy="1676094"/>
            </a:xfrm>
            <a:prstGeom prst="rect">
              <a:avLst/>
            </a:prstGeom>
            <a:noFill/>
            <a:ln w="152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bIns="274320" rtlCol="0" anchor="ctr"/>
            <a:lstStyle/>
            <a:p>
              <a:pPr algn="ctr"/>
              <a:endParaRPr lang="en-US" sz="16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/>
                <a:cs typeface="Times New Roman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576845" y="4166297"/>
            <a:ext cx="1676094" cy="1676094"/>
            <a:chOff x="4082049" y="3359112"/>
            <a:chExt cx="1676094" cy="1676094"/>
          </a:xfrm>
        </p:grpSpPr>
        <p:pic>
          <p:nvPicPr>
            <p:cNvPr id="20" name="Picture 19" descr="usmc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9369" y="3492893"/>
              <a:ext cx="1219200" cy="13716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1" name="Rectangle 20"/>
            <p:cNvSpPr/>
            <p:nvPr/>
          </p:nvSpPr>
          <p:spPr>
            <a:xfrm>
              <a:off x="4082049" y="3359112"/>
              <a:ext cx="1676094" cy="1676094"/>
            </a:xfrm>
            <a:prstGeom prst="rect">
              <a:avLst/>
            </a:prstGeom>
            <a:noFill/>
            <a:ln w="7620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bIns="274320" rtlCol="0" anchor="ctr"/>
            <a:lstStyle/>
            <a:p>
              <a:pPr algn="ctr"/>
              <a:endParaRPr lang="en-US" sz="16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/>
                <a:cs typeface="Times New Roman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42921" y="4096707"/>
            <a:ext cx="1971965" cy="1971965"/>
            <a:chOff x="836112" y="3223701"/>
            <a:chExt cx="1971965" cy="1971965"/>
          </a:xfrm>
        </p:grpSpPr>
        <p:grpSp>
          <p:nvGrpSpPr>
            <p:cNvPr id="3" name="Group 2"/>
            <p:cNvGrpSpPr/>
            <p:nvPr/>
          </p:nvGrpSpPr>
          <p:grpSpPr>
            <a:xfrm>
              <a:off x="990008" y="3364335"/>
              <a:ext cx="1676094" cy="1676094"/>
              <a:chOff x="4082049" y="3359112"/>
              <a:chExt cx="1676094" cy="1676094"/>
            </a:xfrm>
          </p:grpSpPr>
          <p:pic>
            <p:nvPicPr>
              <p:cNvPr id="2" name="Picture 1" descr="usmc.png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19369" y="3492893"/>
                <a:ext cx="1219200" cy="1371600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2" name="Rectangle 11"/>
              <p:cNvSpPr/>
              <p:nvPr/>
            </p:nvSpPr>
            <p:spPr>
              <a:xfrm>
                <a:off x="4082049" y="3359112"/>
                <a:ext cx="1676094" cy="1676094"/>
              </a:xfrm>
              <a:prstGeom prst="rect">
                <a:avLst/>
              </a:prstGeom>
              <a:noFill/>
              <a:ln w="76200" cmpd="sng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tIns="0" bIns="274320" rtlCol="0" anchor="ctr"/>
              <a:lstStyle/>
              <a:p>
                <a:pPr algn="ctr"/>
                <a:endParaRPr lang="en-US" sz="16600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</p:grpSp>
        <p:sp>
          <p:nvSpPr>
            <p:cNvPr id="4" name="Oval 3"/>
            <p:cNvSpPr/>
            <p:nvPr/>
          </p:nvSpPr>
          <p:spPr>
            <a:xfrm>
              <a:off x="836112" y="3223701"/>
              <a:ext cx="1971965" cy="1971965"/>
            </a:xfrm>
            <a:prstGeom prst="ellipse">
              <a:avLst/>
            </a:prstGeom>
            <a:noFill/>
            <a:ln w="152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842200" y="519904"/>
            <a:ext cx="1971965" cy="2354491"/>
            <a:chOff x="5969274" y="483424"/>
            <a:chExt cx="1971965" cy="2354491"/>
          </a:xfrm>
        </p:grpSpPr>
        <p:sp>
          <p:nvSpPr>
            <p:cNvPr id="24" name="Oval 23"/>
            <p:cNvSpPr/>
            <p:nvPr/>
          </p:nvSpPr>
          <p:spPr>
            <a:xfrm>
              <a:off x="5969274" y="710507"/>
              <a:ext cx="1971965" cy="1971965"/>
            </a:xfrm>
            <a:prstGeom prst="ellipse">
              <a:avLst/>
            </a:prstGeom>
            <a:noFill/>
            <a:ln w="152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6339310" y="483424"/>
              <a:ext cx="1265090" cy="2354491"/>
            </a:xfrm>
            <a:prstGeom prst="rect">
              <a:avLst/>
            </a:prstGeom>
          </p:spPr>
          <p:txBody>
            <a:bodyPr wrap="none" tIns="182880">
              <a:spAutoFit/>
            </a:bodyPr>
            <a:lstStyle/>
            <a:p>
              <a:pPr algn="ctr"/>
              <a:r>
                <a:rPr lang="en-US" sz="13800" dirty="0">
                  <a:ln>
                    <a:solidFill>
                      <a:schemeClr val="tx1"/>
                    </a:solidFill>
                  </a:ln>
                  <a:latin typeface="Times New Roman"/>
                  <a:cs typeface="Times New Roman"/>
                </a:rPr>
                <a:t>E</a:t>
              </a:r>
              <a:endParaRPr lang="en-US" sz="13800" dirty="0"/>
            </a:p>
          </p:txBody>
        </p:sp>
      </p:grpSp>
      <p:sp>
        <p:nvSpPr>
          <p:cNvPr id="27" name="Rectangle 26"/>
          <p:cNvSpPr/>
          <p:nvPr/>
        </p:nvSpPr>
        <p:spPr>
          <a:xfrm>
            <a:off x="7287269" y="525211"/>
            <a:ext cx="1265678" cy="2215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3800" dirty="0">
                <a:ln>
                  <a:solidFill>
                    <a:schemeClr val="tx1"/>
                  </a:solidFill>
                </a:ln>
                <a:latin typeface="Times New Roman"/>
                <a:cs typeface="Times New Roman"/>
              </a:rPr>
              <a:t>E</a:t>
            </a:r>
            <a:endParaRPr lang="en-US" sz="13800" dirty="0"/>
          </a:p>
        </p:txBody>
      </p:sp>
    </p:spTree>
    <p:extLst>
      <p:ext uri="{BB962C8B-B14F-4D97-AF65-F5344CB8AC3E}">
        <p14:creationId xmlns:p14="http://schemas.microsoft.com/office/powerpoint/2010/main" val="1616283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2893945" y="423493"/>
            <a:ext cx="1676094" cy="1676094"/>
            <a:chOff x="6373456" y="4768507"/>
            <a:chExt cx="1676094" cy="1676094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40807" y="4886959"/>
              <a:ext cx="1341392" cy="1456041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>
            <a:xfrm>
              <a:off x="6373456" y="4768507"/>
              <a:ext cx="1676094" cy="1676094"/>
            </a:xfrm>
            <a:prstGeom prst="rect">
              <a:avLst/>
            </a:prstGeom>
            <a:noFill/>
            <a:ln w="152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0" bIns="274320" rtlCol="0" anchor="ctr"/>
            <a:lstStyle/>
            <a:p>
              <a:pPr algn="ctr"/>
              <a:endParaRPr lang="en-US" sz="16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/>
                <a:cs typeface="Times New Roman"/>
              </a:endParaRPr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37" y="650239"/>
            <a:ext cx="1341392" cy="145604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47516" y="3281677"/>
            <a:ext cx="679065" cy="227756"/>
          </a:xfrm>
          <a:prstGeom prst="rect">
            <a:avLst/>
          </a:prstGeom>
          <a:solidFill>
            <a:srgbClr val="EA3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53826" y="3174062"/>
            <a:ext cx="676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4</a:t>
            </a:r>
            <a:r>
              <a:rPr lang="en-US" dirty="0"/>
              <a:t>-</a:t>
            </a:r>
            <a:r>
              <a:rPr lang="en-US" u="sng" dirty="0"/>
              <a:t>2</a:t>
            </a:r>
            <a:r>
              <a:rPr lang="en-US" dirty="0"/>
              <a:t>-7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313650" y="2522129"/>
            <a:ext cx="683298" cy="369332"/>
            <a:chOff x="2176781" y="3169829"/>
            <a:chExt cx="683298" cy="369332"/>
          </a:xfrm>
        </p:grpSpPr>
        <p:sp>
          <p:nvSpPr>
            <p:cNvPr id="29" name="Rectangle 28"/>
            <p:cNvSpPr/>
            <p:nvPr/>
          </p:nvSpPr>
          <p:spPr>
            <a:xfrm>
              <a:off x="2176781" y="3277444"/>
              <a:ext cx="679065" cy="227756"/>
            </a:xfrm>
            <a:prstGeom prst="rect">
              <a:avLst/>
            </a:prstGeom>
            <a:solidFill>
              <a:srgbClr val="EA3C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183091" y="3169829"/>
              <a:ext cx="6769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3-3-7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1160493" y="2530595"/>
            <a:ext cx="816975" cy="369332"/>
            <a:chOff x="3023624" y="3178295"/>
            <a:chExt cx="816975" cy="369332"/>
          </a:xfrm>
        </p:grpSpPr>
        <p:sp>
          <p:nvSpPr>
            <p:cNvPr id="32" name="Rectangle 31"/>
            <p:cNvSpPr/>
            <p:nvPr/>
          </p:nvSpPr>
          <p:spPr>
            <a:xfrm>
              <a:off x="3080809" y="3281677"/>
              <a:ext cx="679065" cy="227756"/>
            </a:xfrm>
            <a:prstGeom prst="rect">
              <a:avLst/>
            </a:prstGeom>
            <a:solidFill>
              <a:srgbClr val="EA3C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023624" y="3178295"/>
              <a:ext cx="8169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3-(1)-7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1223988" y="3174062"/>
            <a:ext cx="683298" cy="369332"/>
            <a:chOff x="3087119" y="3821762"/>
            <a:chExt cx="683298" cy="369332"/>
          </a:xfrm>
        </p:grpSpPr>
        <p:sp>
          <p:nvSpPr>
            <p:cNvPr id="35" name="Rectangle 34"/>
            <p:cNvSpPr/>
            <p:nvPr/>
          </p:nvSpPr>
          <p:spPr>
            <a:xfrm>
              <a:off x="3087119" y="3929377"/>
              <a:ext cx="679065" cy="227756"/>
            </a:xfrm>
            <a:prstGeom prst="rect">
              <a:avLst/>
            </a:prstGeom>
            <a:solidFill>
              <a:srgbClr val="EA3C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093429" y="3821762"/>
              <a:ext cx="6769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2-3-7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076970" y="3178295"/>
            <a:ext cx="816975" cy="369332"/>
            <a:chOff x="3940101" y="3825995"/>
            <a:chExt cx="816975" cy="369332"/>
          </a:xfrm>
        </p:grpSpPr>
        <p:sp>
          <p:nvSpPr>
            <p:cNvPr id="38" name="Rectangle 37"/>
            <p:cNvSpPr/>
            <p:nvPr/>
          </p:nvSpPr>
          <p:spPr>
            <a:xfrm>
              <a:off x="4001519" y="3929377"/>
              <a:ext cx="679065" cy="227756"/>
            </a:xfrm>
            <a:prstGeom prst="rect">
              <a:avLst/>
            </a:prstGeom>
            <a:solidFill>
              <a:srgbClr val="EA3C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940101" y="3825995"/>
              <a:ext cx="8169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2-(1)-7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2115261" y="2572928"/>
            <a:ext cx="683298" cy="369332"/>
            <a:chOff x="3978392" y="3220628"/>
            <a:chExt cx="683298" cy="369332"/>
          </a:xfrm>
        </p:grpSpPr>
        <p:sp>
          <p:nvSpPr>
            <p:cNvPr id="41" name="Rectangle 40"/>
            <p:cNvSpPr/>
            <p:nvPr/>
          </p:nvSpPr>
          <p:spPr>
            <a:xfrm>
              <a:off x="3978392" y="3328243"/>
              <a:ext cx="679065" cy="227756"/>
            </a:xfrm>
            <a:prstGeom prst="rect">
              <a:avLst/>
            </a:prstGeom>
            <a:solidFill>
              <a:srgbClr val="EA3C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984702" y="3220628"/>
              <a:ext cx="6769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/>
                <a:t>3</a:t>
              </a:r>
              <a:r>
                <a:rPr lang="en-US" dirty="0"/>
                <a:t>-</a:t>
              </a:r>
              <a:r>
                <a:rPr lang="en-US" u="sng" dirty="0"/>
                <a:t>2</a:t>
              </a:r>
              <a:r>
                <a:rPr lang="en-US" dirty="0"/>
                <a:t>-7</a:t>
              </a:r>
            </a:p>
          </p:txBody>
        </p:sp>
      </p:grpSp>
      <p:sp>
        <p:nvSpPr>
          <p:cNvPr id="50" name="Rectangle 49"/>
          <p:cNvSpPr/>
          <p:nvPr/>
        </p:nvSpPr>
        <p:spPr>
          <a:xfrm>
            <a:off x="3444686" y="2532976"/>
            <a:ext cx="1676094" cy="1676094"/>
          </a:xfrm>
          <a:prstGeom prst="rect">
            <a:avLst/>
          </a:prstGeom>
          <a:noFill/>
          <a:ln w="1524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274320" rtlCol="0" anchor="ctr"/>
          <a:lstStyle/>
          <a:p>
            <a:pPr algn="ctr"/>
            <a:r>
              <a:rPr lang="en-US" sz="138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1</a:t>
            </a:r>
            <a:endParaRPr lang="en-US" sz="166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618278" y="434982"/>
            <a:ext cx="1676094" cy="1676094"/>
          </a:xfrm>
          <a:prstGeom prst="rect">
            <a:avLst/>
          </a:prstGeom>
          <a:noFill/>
          <a:ln w="1524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274320" rtlCol="0" anchor="ctr"/>
          <a:lstStyle/>
          <a:p>
            <a:pPr algn="ctr"/>
            <a:r>
              <a:rPr lang="en-US" sz="138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  <a:endParaRPr lang="en-US" sz="166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328410" y="2539827"/>
            <a:ext cx="1676094" cy="1676094"/>
          </a:xfrm>
          <a:prstGeom prst="rect">
            <a:avLst/>
          </a:prstGeom>
          <a:noFill/>
          <a:ln w="1524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274320" rtlCol="0" anchor="ctr"/>
          <a:lstStyle/>
          <a:p>
            <a:pPr algn="ctr"/>
            <a:r>
              <a:rPr lang="en-US" sz="138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2</a:t>
            </a:r>
            <a:endParaRPr lang="en-US" sz="166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481537" y="4209070"/>
            <a:ext cx="1971965" cy="2215991"/>
            <a:chOff x="5969274" y="483424"/>
            <a:chExt cx="1971965" cy="2215991"/>
          </a:xfrm>
        </p:grpSpPr>
        <p:sp>
          <p:nvSpPr>
            <p:cNvPr id="56" name="Oval 55"/>
            <p:cNvSpPr/>
            <p:nvPr/>
          </p:nvSpPr>
          <p:spPr>
            <a:xfrm>
              <a:off x="5969274" y="710507"/>
              <a:ext cx="1971965" cy="1971965"/>
            </a:xfrm>
            <a:prstGeom prst="ellipse">
              <a:avLst/>
            </a:prstGeom>
            <a:noFill/>
            <a:ln w="152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6387407" y="483424"/>
              <a:ext cx="1168897" cy="221599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3800" dirty="0">
                  <a:ln>
                    <a:solidFill>
                      <a:schemeClr val="tx1"/>
                    </a:solidFill>
                  </a:ln>
                  <a:latin typeface="Arial"/>
                  <a:cs typeface="Arial"/>
                </a:rPr>
                <a:t>1</a:t>
              </a:r>
              <a:endParaRPr lang="en-US" sz="13800" dirty="0">
                <a:latin typeface="Arial"/>
                <a:cs typeface="Arial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3042871" y="4209070"/>
            <a:ext cx="1971965" cy="2215991"/>
            <a:chOff x="5969274" y="483424"/>
            <a:chExt cx="1971965" cy="2215991"/>
          </a:xfrm>
        </p:grpSpPr>
        <p:sp>
          <p:nvSpPr>
            <p:cNvPr id="59" name="Oval 58"/>
            <p:cNvSpPr/>
            <p:nvPr/>
          </p:nvSpPr>
          <p:spPr>
            <a:xfrm>
              <a:off x="5969274" y="710507"/>
              <a:ext cx="1971965" cy="1971965"/>
            </a:xfrm>
            <a:prstGeom prst="ellipse">
              <a:avLst/>
            </a:prstGeom>
            <a:noFill/>
            <a:ln w="1524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6387407" y="483424"/>
              <a:ext cx="1168897" cy="221599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3800" dirty="0">
                  <a:ln>
                    <a:solidFill>
                      <a:schemeClr val="tx1"/>
                    </a:solidFill>
                  </a:ln>
                  <a:latin typeface="Arial"/>
                  <a:cs typeface="Arial"/>
                </a:rPr>
                <a:t>2</a:t>
              </a:r>
              <a:endParaRPr lang="en-US" sz="13800" dirty="0">
                <a:latin typeface="Arial"/>
                <a:cs typeface="Arial"/>
              </a:endParaRPr>
            </a:p>
          </p:txBody>
        </p:sp>
      </p:grpSp>
      <p:sp>
        <p:nvSpPr>
          <p:cNvPr id="34" name="Rectangle 33"/>
          <p:cNvSpPr/>
          <p:nvPr/>
        </p:nvSpPr>
        <p:spPr>
          <a:xfrm>
            <a:off x="7294372" y="2522129"/>
            <a:ext cx="1676094" cy="1676094"/>
          </a:xfrm>
          <a:prstGeom prst="rect">
            <a:avLst/>
          </a:prstGeom>
          <a:noFill/>
          <a:ln w="15240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274320" rtlCol="0" anchor="ctr"/>
          <a:lstStyle/>
          <a:p>
            <a:pPr algn="ctr"/>
            <a:r>
              <a:rPr lang="en-US" sz="138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"/>
                <a:cs typeface="Arial"/>
              </a:rPr>
              <a:t>C</a:t>
            </a:r>
            <a:endParaRPr lang="en-US" sz="16600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8841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4456CE35-78C2-0844-A4BB-BB1F415FD0BC}"/>
              </a:ext>
            </a:extLst>
          </p:cNvPr>
          <p:cNvGrpSpPr/>
          <p:nvPr/>
        </p:nvGrpSpPr>
        <p:grpSpPr>
          <a:xfrm>
            <a:off x="5143348" y="2910967"/>
            <a:ext cx="1508927" cy="1508927"/>
            <a:chOff x="5143348" y="2910967"/>
            <a:chExt cx="1508927" cy="1508927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B814C60-6087-DA4C-8B55-66A57F7338A7}"/>
                </a:ext>
              </a:extLst>
            </p:cNvPr>
            <p:cNvSpPr/>
            <p:nvPr/>
          </p:nvSpPr>
          <p:spPr>
            <a:xfrm>
              <a:off x="5143348" y="2910967"/>
              <a:ext cx="1508927" cy="1508927"/>
            </a:xfrm>
            <a:prstGeom prst="rect">
              <a:avLst/>
            </a:prstGeom>
            <a:solidFill>
              <a:srgbClr val="76D6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0D36EAA-2A5E-2645-9154-46A321A02ECD}"/>
                </a:ext>
              </a:extLst>
            </p:cNvPr>
            <p:cNvSpPr/>
            <p:nvPr/>
          </p:nvSpPr>
          <p:spPr>
            <a:xfrm>
              <a:off x="5434510" y="3197299"/>
              <a:ext cx="924936" cy="924936"/>
            </a:xfrm>
            <a:prstGeom prst="rect">
              <a:avLst/>
            </a:prstGeom>
            <a:solidFill>
              <a:srgbClr val="0096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482" y="999141"/>
            <a:ext cx="2540000" cy="1816100"/>
          </a:xfrm>
          <a:prstGeom prst="rect">
            <a:avLst/>
          </a:prstGeom>
        </p:spPr>
      </p:pic>
      <p:pic>
        <p:nvPicPr>
          <p:cNvPr id="3" name="Picture 2" descr="Untitled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337" y="1415232"/>
            <a:ext cx="719328" cy="719328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1150441" y="3746771"/>
            <a:ext cx="1363428" cy="1363428"/>
            <a:chOff x="3478754" y="3783039"/>
            <a:chExt cx="1363428" cy="1363428"/>
          </a:xfrm>
        </p:grpSpPr>
        <p:sp>
          <p:nvSpPr>
            <p:cNvPr id="6" name="Oval 5"/>
            <p:cNvSpPr/>
            <p:nvPr/>
          </p:nvSpPr>
          <p:spPr>
            <a:xfrm>
              <a:off x="3478754" y="3783039"/>
              <a:ext cx="1363428" cy="1363428"/>
            </a:xfrm>
            <a:prstGeom prst="ellipse">
              <a:avLst/>
            </a:prstGeom>
            <a:solidFill>
              <a:schemeClr val="tx1"/>
            </a:solidFill>
            <a:ln w="7620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182880" rtlCol="0" anchor="ctr" anchorCtr="0"/>
            <a:lstStyle/>
            <a:p>
              <a:pPr algn="ctr"/>
              <a:endParaRPr lang="en-US" sz="115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7" name="Parallelogram 6"/>
            <p:cNvSpPr/>
            <p:nvPr/>
          </p:nvSpPr>
          <p:spPr>
            <a:xfrm rot="17425402" flipH="1">
              <a:off x="3625498" y="4232113"/>
              <a:ext cx="643632" cy="147622"/>
            </a:xfrm>
            <a:prstGeom prst="parallelogram">
              <a:avLst>
                <a:gd name="adj" fmla="val 5752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Parallelogram 7"/>
            <p:cNvSpPr/>
            <p:nvPr/>
          </p:nvSpPr>
          <p:spPr>
            <a:xfrm rot="17425402" flipH="1">
              <a:off x="3667464" y="4559457"/>
              <a:ext cx="643632" cy="147622"/>
            </a:xfrm>
            <a:prstGeom prst="parallelogram">
              <a:avLst>
                <a:gd name="adj" fmla="val 5752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Parallelogram 8"/>
            <p:cNvSpPr/>
            <p:nvPr/>
          </p:nvSpPr>
          <p:spPr>
            <a:xfrm rot="17425402" flipH="1">
              <a:off x="3986254" y="4232112"/>
              <a:ext cx="643632" cy="147622"/>
            </a:xfrm>
            <a:prstGeom prst="parallelogram">
              <a:avLst>
                <a:gd name="adj" fmla="val 5752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/>
            <p:cNvSpPr/>
            <p:nvPr/>
          </p:nvSpPr>
          <p:spPr>
            <a:xfrm rot="17425402" flipH="1">
              <a:off x="4030405" y="4559456"/>
              <a:ext cx="643632" cy="147622"/>
            </a:xfrm>
            <a:prstGeom prst="parallelogram">
              <a:avLst>
                <a:gd name="adj" fmla="val 5752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0B8044E-77E0-0045-A4BB-8DBAEA8C4CEA}"/>
              </a:ext>
            </a:extLst>
          </p:cNvPr>
          <p:cNvGrpSpPr/>
          <p:nvPr/>
        </p:nvGrpSpPr>
        <p:grpSpPr>
          <a:xfrm>
            <a:off x="5019305" y="331736"/>
            <a:ext cx="1802824" cy="1802824"/>
            <a:chOff x="5559445" y="1598498"/>
            <a:chExt cx="1802824" cy="1802824"/>
          </a:xfrm>
        </p:grpSpPr>
        <p:sp>
          <p:nvSpPr>
            <p:cNvPr id="19" name="Rectangle 18"/>
            <p:cNvSpPr/>
            <p:nvPr/>
          </p:nvSpPr>
          <p:spPr>
            <a:xfrm>
              <a:off x="5559445" y="1598498"/>
              <a:ext cx="1802824" cy="1802824"/>
            </a:xfrm>
            <a:prstGeom prst="rect">
              <a:avLst/>
            </a:prstGeom>
            <a:solidFill>
              <a:srgbClr val="FFFF00"/>
            </a:solidFill>
            <a:ln w="635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710421" y="1749467"/>
              <a:ext cx="1491932" cy="1491932"/>
            </a:xfrm>
            <a:prstGeom prst="rect">
              <a:avLst/>
            </a:prstGeom>
            <a:solidFill>
              <a:schemeClr val="tx1"/>
            </a:solidFill>
            <a:ln w="635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6149844" y="1912547"/>
              <a:ext cx="631794" cy="1097166"/>
              <a:chOff x="5791200" y="4402478"/>
              <a:chExt cx="772638" cy="1341754"/>
            </a:xfrm>
          </p:grpSpPr>
          <p:cxnSp>
            <p:nvCxnSpPr>
              <p:cNvPr id="23" name="Straight Connector 22"/>
              <p:cNvCxnSpPr/>
              <p:nvPr/>
            </p:nvCxnSpPr>
            <p:spPr>
              <a:xfrm>
                <a:off x="5791200" y="5744232"/>
                <a:ext cx="772638" cy="0"/>
              </a:xfrm>
              <a:prstGeom prst="line">
                <a:avLst/>
              </a:prstGeom>
              <a:ln w="127000" cmpd="sng">
                <a:solidFill>
                  <a:srgbClr val="FFFF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5791200" y="4402478"/>
                <a:ext cx="772638" cy="0"/>
              </a:xfrm>
              <a:prstGeom prst="line">
                <a:avLst/>
              </a:prstGeom>
              <a:ln w="127000" cmpd="sng">
                <a:solidFill>
                  <a:srgbClr val="FFFF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5943026" y="5061145"/>
                <a:ext cx="468986" cy="0"/>
              </a:xfrm>
              <a:prstGeom prst="line">
                <a:avLst/>
              </a:prstGeom>
              <a:ln w="127000" cmpd="sng">
                <a:solidFill>
                  <a:srgbClr val="FFFF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5791200" y="4403958"/>
                <a:ext cx="772638" cy="1340274"/>
              </a:xfrm>
              <a:prstGeom prst="line">
                <a:avLst/>
              </a:prstGeom>
              <a:ln w="127000" cmpd="sng">
                <a:solidFill>
                  <a:srgbClr val="FFFF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5" name="Group 54"/>
          <p:cNvGrpSpPr/>
          <p:nvPr/>
        </p:nvGrpSpPr>
        <p:grpSpPr>
          <a:xfrm>
            <a:off x="2957753" y="3649494"/>
            <a:ext cx="1508927" cy="1508927"/>
            <a:chOff x="2957753" y="3649494"/>
            <a:chExt cx="1508927" cy="1508927"/>
          </a:xfrm>
        </p:grpSpPr>
        <p:sp>
          <p:nvSpPr>
            <p:cNvPr id="11" name="Oval 10"/>
            <p:cNvSpPr/>
            <p:nvPr/>
          </p:nvSpPr>
          <p:spPr>
            <a:xfrm>
              <a:off x="3055030" y="3746771"/>
              <a:ext cx="1314374" cy="1314374"/>
            </a:xfrm>
            <a:prstGeom prst="ellipse">
              <a:avLst/>
            </a:prstGeom>
            <a:noFill/>
            <a:ln w="190500">
              <a:solidFill>
                <a:srgbClr val="FEC80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2957753" y="3649494"/>
              <a:ext cx="1508927" cy="1508927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3161601" y="3845278"/>
              <a:ext cx="1116676" cy="1116676"/>
            </a:xfrm>
            <a:prstGeom prst="ellipse">
              <a:avLst/>
            </a:prstGeom>
            <a:noFill/>
            <a:ln w="19050" cmpd="sng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/>
            <p:cNvCxnSpPr/>
            <p:nvPr/>
          </p:nvCxnSpPr>
          <p:spPr>
            <a:xfrm flipH="1">
              <a:off x="3810043" y="3845278"/>
              <a:ext cx="4137" cy="46126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607337" y="3857978"/>
              <a:ext cx="4137" cy="44856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3607337" y="4497109"/>
              <a:ext cx="0" cy="46126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810043" y="4500685"/>
              <a:ext cx="4137" cy="461269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3810043" y="4306547"/>
              <a:ext cx="457157" cy="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H="1">
              <a:off x="3810043" y="4500685"/>
              <a:ext cx="452952" cy="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3164458" y="4500685"/>
              <a:ext cx="447016" cy="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3164458" y="4306547"/>
              <a:ext cx="447016" cy="0"/>
            </a:xfrm>
            <a:prstGeom prst="line">
              <a:avLst/>
            </a:prstGeom>
            <a:ln w="1905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11" idx="0"/>
              <a:endCxn id="11" idx="4"/>
            </p:cNvCxnSpPr>
            <p:nvPr/>
          </p:nvCxnSpPr>
          <p:spPr>
            <a:xfrm>
              <a:off x="3712217" y="3746771"/>
              <a:ext cx="0" cy="1314374"/>
            </a:xfrm>
            <a:prstGeom prst="line">
              <a:avLst/>
            </a:prstGeom>
            <a:ln w="190500">
              <a:solidFill>
                <a:srgbClr val="FEC80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11" idx="2"/>
              <a:endCxn id="11" idx="6"/>
            </p:cNvCxnSpPr>
            <p:nvPr/>
          </p:nvCxnSpPr>
          <p:spPr>
            <a:xfrm>
              <a:off x="3055030" y="4403958"/>
              <a:ext cx="1314374" cy="0"/>
            </a:xfrm>
            <a:prstGeom prst="line">
              <a:avLst/>
            </a:prstGeom>
            <a:ln w="190500">
              <a:solidFill>
                <a:srgbClr val="FEC80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AB075B1-E9DA-A74E-B42B-7383032BC8D9}"/>
              </a:ext>
            </a:extLst>
          </p:cNvPr>
          <p:cNvGrpSpPr/>
          <p:nvPr/>
        </p:nvGrpSpPr>
        <p:grpSpPr>
          <a:xfrm>
            <a:off x="7113520" y="2566985"/>
            <a:ext cx="1508927" cy="1508927"/>
            <a:chOff x="6155577" y="3959888"/>
            <a:chExt cx="1508927" cy="150892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DD77F04-9C2C-CA41-B6A1-F4A44857B3AB}"/>
                </a:ext>
              </a:extLst>
            </p:cNvPr>
            <p:cNvSpPr/>
            <p:nvPr/>
          </p:nvSpPr>
          <p:spPr>
            <a:xfrm>
              <a:off x="6155577" y="3959888"/>
              <a:ext cx="1508927" cy="1508927"/>
            </a:xfrm>
            <a:prstGeom prst="rect">
              <a:avLst/>
            </a:prstGeom>
            <a:solidFill>
              <a:srgbClr val="0096FF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7EB84B9-789F-4D43-B42D-8DC6F59C8C37}"/>
                </a:ext>
              </a:extLst>
            </p:cNvPr>
            <p:cNvGrpSpPr/>
            <p:nvPr/>
          </p:nvGrpSpPr>
          <p:grpSpPr>
            <a:xfrm>
              <a:off x="6558537" y="4173130"/>
              <a:ext cx="703006" cy="1082442"/>
              <a:chOff x="6000286" y="4417157"/>
              <a:chExt cx="703006" cy="1082442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95F417C-8D05-5048-8A13-86054F2DB8B0}"/>
                  </a:ext>
                </a:extLst>
              </p:cNvPr>
              <p:cNvSpPr/>
              <p:nvPr/>
            </p:nvSpPr>
            <p:spPr>
              <a:xfrm>
                <a:off x="6273994" y="4417157"/>
                <a:ext cx="164592" cy="10824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A131458-43E2-F34A-9A5E-FC8C0BC7ACE7}"/>
                  </a:ext>
                </a:extLst>
              </p:cNvPr>
              <p:cNvSpPr/>
              <p:nvPr/>
            </p:nvSpPr>
            <p:spPr>
              <a:xfrm>
                <a:off x="6038997" y="4604874"/>
                <a:ext cx="620750" cy="1645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49C0883E-E95E-724A-8E90-B313FAA1A2F7}"/>
                  </a:ext>
                </a:extLst>
              </p:cNvPr>
              <p:cNvSpPr/>
              <p:nvPr/>
            </p:nvSpPr>
            <p:spPr>
              <a:xfrm>
                <a:off x="6000286" y="4909675"/>
                <a:ext cx="703006" cy="1645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3C31CB2F-884A-514C-8C05-3DD26B05E103}"/>
              </a:ext>
            </a:extLst>
          </p:cNvPr>
          <p:cNvSpPr/>
          <p:nvPr/>
        </p:nvSpPr>
        <p:spPr>
          <a:xfrm>
            <a:off x="6732519" y="4624385"/>
            <a:ext cx="1508927" cy="1508927"/>
          </a:xfrm>
          <a:prstGeom prst="rect">
            <a:avLst/>
          </a:prstGeom>
          <a:solidFill>
            <a:srgbClr val="0096F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10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33680" y="212101"/>
            <a:ext cx="2286000" cy="2286000"/>
            <a:chOff x="233680" y="4196080"/>
            <a:chExt cx="2286000" cy="2286000"/>
          </a:xfrm>
          <a:effectLst/>
        </p:grpSpPr>
        <p:sp>
          <p:nvSpPr>
            <p:cNvPr id="16" name="Rectangle 15"/>
            <p:cNvSpPr>
              <a:spLocks noChangeAspect="1"/>
            </p:cNvSpPr>
            <p:nvPr/>
          </p:nvSpPr>
          <p:spPr>
            <a:xfrm>
              <a:off x="233680" y="4196080"/>
              <a:ext cx="2286000" cy="228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17044" y="4312939"/>
              <a:ext cx="2101256" cy="13234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bg1"/>
                  </a:solidFill>
                  <a:latin typeface="Arial Narrow Bold"/>
                  <a:cs typeface="Arial Narrow Bold"/>
                </a:rPr>
                <a:t>BOG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83618" y="5412858"/>
              <a:ext cx="1775145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Arial Narrow Bold"/>
                  <a:cs typeface="Arial Narrow Bold"/>
                </a:rPr>
                <a:t>DR ≥ 12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715040" y="212101"/>
            <a:ext cx="2286000" cy="2286000"/>
            <a:chOff x="2715040" y="212101"/>
            <a:chExt cx="2286000" cy="2286000"/>
          </a:xfrm>
        </p:grpSpPr>
        <p:sp>
          <p:nvSpPr>
            <p:cNvPr id="20" name="Rectangle 19"/>
            <p:cNvSpPr>
              <a:spLocks noChangeAspect="1"/>
            </p:cNvSpPr>
            <p:nvPr/>
          </p:nvSpPr>
          <p:spPr>
            <a:xfrm>
              <a:off x="2715040" y="212101"/>
              <a:ext cx="2286000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40420" y="406559"/>
              <a:ext cx="2217224" cy="10156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0" b="1" dirty="0">
                  <a:latin typeface="Arial Narrow Bold"/>
                  <a:cs typeface="Arial Narrow Bold"/>
                </a:rPr>
                <a:t>MIRED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562620" y="1197868"/>
              <a:ext cx="568385" cy="5847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latin typeface="Arial Narrow Bold"/>
                  <a:cs typeface="Arial Narrow Bold"/>
                </a:rPr>
                <a:t>+1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222626" y="1565136"/>
              <a:ext cx="1268697" cy="5847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latin typeface="Arial Narrow Bold"/>
                  <a:cs typeface="Arial Narrow Bold"/>
                </a:rPr>
                <a:t>Bog </a:t>
              </a:r>
              <a:r>
                <a:rPr lang="en-US" sz="3200" b="1" dirty="0" err="1">
                  <a:latin typeface="Arial Narrow Bold"/>
                  <a:cs typeface="Arial Narrow Bold"/>
                </a:rPr>
                <a:t>dr</a:t>
              </a:r>
              <a:endParaRPr lang="en-US" sz="3200" b="1" dirty="0">
                <a:latin typeface="Arial Narrow Bold"/>
                <a:cs typeface="Arial Narrow Bold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326160" y="182205"/>
            <a:ext cx="2286000" cy="2315896"/>
            <a:chOff x="5326160" y="182205"/>
            <a:chExt cx="2286000" cy="2315896"/>
          </a:xfrm>
        </p:grpSpPr>
        <p:sp>
          <p:nvSpPr>
            <p:cNvPr id="25" name="Rectangle 24"/>
            <p:cNvSpPr>
              <a:spLocks noChangeAspect="1"/>
            </p:cNvSpPr>
            <p:nvPr/>
          </p:nvSpPr>
          <p:spPr>
            <a:xfrm>
              <a:off x="5326160" y="212101"/>
              <a:ext cx="2286000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701884" y="182205"/>
              <a:ext cx="1516536" cy="10156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BA0003"/>
                  </a:solidFill>
                  <a:latin typeface="Arial Narrow"/>
                  <a:cs typeface="Arial Narrow"/>
                </a:rPr>
                <a:t>stun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122745" y="973514"/>
              <a:ext cx="670376" cy="5847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BA0003"/>
                  </a:solidFill>
                  <a:latin typeface="Arial Narrow"/>
                  <a:cs typeface="Arial Narrow"/>
                </a:rPr>
                <a:t>BU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487601" y="1371262"/>
              <a:ext cx="1960994" cy="5847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BA0003"/>
                  </a:solidFill>
                  <a:latin typeface="Arial Narrow"/>
                  <a:cs typeface="Arial Narrow"/>
                </a:rPr>
                <a:t>No Repair /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496719" y="1813897"/>
              <a:ext cx="1942759" cy="5847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BA0003"/>
                  </a:solidFill>
                  <a:latin typeface="Arial Narrow"/>
                  <a:cs typeface="Arial Narrow"/>
                </a:rPr>
                <a:t>Fire / Move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33680" y="2721621"/>
            <a:ext cx="2286000" cy="2286000"/>
            <a:chOff x="233680" y="2721621"/>
            <a:chExt cx="2286000" cy="2286000"/>
          </a:xfrm>
        </p:grpSpPr>
        <p:sp>
          <p:nvSpPr>
            <p:cNvPr id="30" name="Rectangle 29"/>
            <p:cNvSpPr>
              <a:spLocks noChangeAspect="1"/>
            </p:cNvSpPr>
            <p:nvPr/>
          </p:nvSpPr>
          <p:spPr>
            <a:xfrm>
              <a:off x="233680" y="2721621"/>
              <a:ext cx="2286000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55829" y="2873593"/>
              <a:ext cx="2223686" cy="8309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BA0003"/>
                  </a:solidFill>
                  <a:latin typeface="Arial Narrow"/>
                  <a:cs typeface="Arial Narrow"/>
                </a:rPr>
                <a:t>RECALL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81261" y="3483034"/>
              <a:ext cx="568385" cy="5847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BA0003"/>
                  </a:solidFill>
                  <a:latin typeface="Arial Narrow"/>
                  <a:cs typeface="Arial Narrow"/>
                </a:rPr>
                <a:t>+1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16377" y="3921422"/>
              <a:ext cx="1918489" cy="5232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BA0003"/>
                  </a:solidFill>
                  <a:latin typeface="Arial Narrow"/>
                  <a:cs typeface="Arial Narrow"/>
                </a:rPr>
                <a:t>TH / MC / TC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83014" y="4323417"/>
              <a:ext cx="2185214" cy="5232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BA0003"/>
                  </a:solidFill>
                  <a:latin typeface="Arial Narrow"/>
                  <a:cs typeface="Arial Narrow"/>
                </a:rPr>
                <a:t>IFT / CC / OVR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2740420" y="2721621"/>
            <a:ext cx="2286000" cy="2286000"/>
            <a:chOff x="2740420" y="2721621"/>
            <a:chExt cx="2286000" cy="2286000"/>
          </a:xfrm>
        </p:grpSpPr>
        <p:sp>
          <p:nvSpPr>
            <p:cNvPr id="35" name="Rectangle 34"/>
            <p:cNvSpPr>
              <a:spLocks noChangeAspect="1"/>
            </p:cNvSpPr>
            <p:nvPr/>
          </p:nvSpPr>
          <p:spPr>
            <a:xfrm>
              <a:off x="2740420" y="2721621"/>
              <a:ext cx="2286000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422342" y="2873593"/>
              <a:ext cx="904139" cy="10156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0" b="1" dirty="0">
                  <a:latin typeface="Arial Narrow"/>
                  <a:cs typeface="Arial Narrow"/>
                </a:rPr>
                <a:t>+1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923115" y="3880782"/>
              <a:ext cx="1918489" cy="5232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>
                  <a:latin typeface="Arial Narrow"/>
                  <a:cs typeface="Arial Narrow"/>
                </a:rPr>
                <a:t>TH / MC / TC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789754" y="4323417"/>
              <a:ext cx="2185214" cy="5232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>
                  <a:latin typeface="Arial Narrow"/>
                  <a:cs typeface="Arial Narrow"/>
                </a:rPr>
                <a:t>IFT / CC / OVR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338640" y="2707886"/>
            <a:ext cx="2286000" cy="2315896"/>
            <a:chOff x="5338640" y="2707886"/>
            <a:chExt cx="2286000" cy="2315896"/>
          </a:xfrm>
        </p:grpSpPr>
        <p:sp>
          <p:nvSpPr>
            <p:cNvPr id="40" name="Rectangle 39"/>
            <p:cNvSpPr>
              <a:spLocks noChangeAspect="1"/>
            </p:cNvSpPr>
            <p:nvPr/>
          </p:nvSpPr>
          <p:spPr>
            <a:xfrm>
              <a:off x="5338640" y="2737782"/>
              <a:ext cx="2286000" cy="228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521817" y="2707886"/>
              <a:ext cx="1901632" cy="101566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000000"/>
                  </a:solidFill>
                  <a:latin typeface="Arial Narrow"/>
                  <a:cs typeface="Arial Narrow"/>
                </a:rPr>
                <a:t>STUN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135225" y="3499195"/>
              <a:ext cx="670376" cy="5847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000000"/>
                  </a:solidFill>
                  <a:latin typeface="Arial Narrow"/>
                  <a:cs typeface="Arial Narrow"/>
                </a:rPr>
                <a:t>BU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500081" y="3896943"/>
              <a:ext cx="1960994" cy="5847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000000"/>
                  </a:solidFill>
                  <a:latin typeface="Arial Narrow"/>
                  <a:cs typeface="Arial Narrow"/>
                </a:rPr>
                <a:t>No Repair /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509199" y="4339578"/>
              <a:ext cx="1942759" cy="5847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000000"/>
                  </a:solidFill>
                  <a:latin typeface="Arial Narrow"/>
                  <a:cs typeface="Arial Narrow"/>
                </a:rPr>
                <a:t>Fire / Move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951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33680" y="212101"/>
            <a:ext cx="2286000" cy="2286000"/>
            <a:chOff x="233680" y="212101"/>
            <a:chExt cx="2286000" cy="2286000"/>
          </a:xfrm>
        </p:grpSpPr>
        <p:sp>
          <p:nvSpPr>
            <p:cNvPr id="16" name="Rectangle 15"/>
            <p:cNvSpPr>
              <a:spLocks noChangeAspect="1"/>
            </p:cNvSpPr>
            <p:nvPr/>
          </p:nvSpPr>
          <p:spPr>
            <a:xfrm>
              <a:off x="233680" y="212101"/>
              <a:ext cx="2286000" cy="2286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09855" y="366871"/>
              <a:ext cx="915635" cy="8309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800" b="1" dirty="0">
                  <a:solidFill>
                    <a:schemeClr val="accent5">
                      <a:lumMod val="75000"/>
                    </a:schemeClr>
                  </a:solidFill>
                  <a:latin typeface="Arial Narrow"/>
                  <a:cs typeface="Arial Narrow"/>
                </a:rPr>
                <a:t>UK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030266" y="976312"/>
              <a:ext cx="670376" cy="5847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accent5">
                      <a:lumMod val="75000"/>
                    </a:schemeClr>
                  </a:solidFill>
                  <a:latin typeface="Arial Narrow"/>
                  <a:cs typeface="Arial Narrow"/>
                </a:rPr>
                <a:t>BU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57505" y="1414700"/>
              <a:ext cx="1236236" cy="5232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5">
                      <a:lumMod val="75000"/>
                    </a:schemeClr>
                  </a:solidFill>
                  <a:latin typeface="Arial Narrow"/>
                  <a:cs typeface="Arial Narrow"/>
                </a:rPr>
                <a:t>1-3: OK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69641" y="1816695"/>
              <a:ext cx="1411965" cy="5232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5">
                      <a:lumMod val="75000"/>
                    </a:schemeClr>
                  </a:solidFill>
                  <a:latin typeface="Arial Narrow"/>
                  <a:cs typeface="Arial Narrow"/>
                </a:rPr>
                <a:t>4-6: </a:t>
              </a:r>
              <a:r>
                <a:rPr lang="en-US" sz="2800" b="1" dirty="0" err="1">
                  <a:solidFill>
                    <a:schemeClr val="accent5">
                      <a:lumMod val="75000"/>
                    </a:schemeClr>
                  </a:solidFill>
                  <a:latin typeface="Arial Narrow"/>
                  <a:cs typeface="Arial Narrow"/>
                </a:rPr>
                <a:t>Elim</a:t>
              </a:r>
              <a:endParaRPr lang="en-US" sz="2800" b="1" dirty="0">
                <a:solidFill>
                  <a:schemeClr val="accent5">
                    <a:lumMod val="75000"/>
                  </a:schemeClr>
                </a:solidFill>
                <a:latin typeface="Arial Narrow"/>
                <a:cs typeface="Arial Narrow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722880" y="212101"/>
            <a:ext cx="2286000" cy="2286000"/>
            <a:chOff x="2722880" y="212101"/>
            <a:chExt cx="2286000" cy="2286000"/>
          </a:xfrm>
        </p:grpSpPr>
        <p:sp>
          <p:nvSpPr>
            <p:cNvPr id="50" name="Rectangle 49"/>
            <p:cNvSpPr>
              <a:spLocks noChangeAspect="1"/>
            </p:cNvSpPr>
            <p:nvPr/>
          </p:nvSpPr>
          <p:spPr>
            <a:xfrm>
              <a:off x="2722880" y="212101"/>
              <a:ext cx="2286000" cy="2286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847622" y="366871"/>
              <a:ext cx="2018501" cy="8309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800" b="1" dirty="0">
                  <a:solidFill>
                    <a:schemeClr val="accent5">
                      <a:lumMod val="75000"/>
                    </a:schemeClr>
                  </a:solidFill>
                  <a:latin typeface="Arial Narrow"/>
                  <a:cs typeface="Arial Narrow"/>
                </a:rPr>
                <a:t>SHOCK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519466" y="976312"/>
              <a:ext cx="670376" cy="5847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accent5">
                      <a:lumMod val="75000"/>
                    </a:schemeClr>
                  </a:solidFill>
                  <a:latin typeface="Arial Narrow"/>
                  <a:cs typeface="Arial Narrow"/>
                </a:rPr>
                <a:t>BU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246705" y="1414700"/>
              <a:ext cx="1236236" cy="5232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5">
                      <a:lumMod val="75000"/>
                    </a:schemeClr>
                  </a:solidFill>
                  <a:latin typeface="Arial Narrow"/>
                  <a:cs typeface="Arial Narrow"/>
                </a:rPr>
                <a:t>1-2: OK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248960" y="1816695"/>
              <a:ext cx="1231727" cy="5232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5">
                      <a:lumMod val="75000"/>
                    </a:schemeClr>
                  </a:solidFill>
                  <a:latin typeface="Arial Narrow"/>
                  <a:cs typeface="Arial Narrow"/>
                </a:rPr>
                <a:t>3-6: flip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33680" y="2691141"/>
            <a:ext cx="2286000" cy="2286000"/>
            <a:chOff x="233680" y="2691141"/>
            <a:chExt cx="2286000" cy="2286000"/>
          </a:xfrm>
        </p:grpSpPr>
        <p:sp>
          <p:nvSpPr>
            <p:cNvPr id="56" name="Rectangle 55"/>
            <p:cNvSpPr>
              <a:spLocks noChangeAspect="1"/>
            </p:cNvSpPr>
            <p:nvPr/>
          </p:nvSpPr>
          <p:spPr>
            <a:xfrm>
              <a:off x="233680" y="2691141"/>
              <a:ext cx="2286000" cy="2286000"/>
            </a:xfrm>
            <a:prstGeom prst="rect">
              <a:avLst/>
            </a:prstGeom>
            <a:solidFill>
              <a:srgbClr val="BA0003"/>
            </a:solidFill>
            <a:ln>
              <a:solidFill>
                <a:srgbClr val="BA00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57505" y="3100160"/>
              <a:ext cx="402674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  <a:scene3d>
                <a:camera prst="orthographicFront">
                  <a:rot lat="0" lon="0" rev="2700000"/>
                </a:camera>
                <a:lightRig rig="threePt" dir="t"/>
              </a:scene3d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rial Narrow"/>
                  <a:cs typeface="Arial Narrow"/>
                </a:rPr>
                <a:t>A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547310" y="4034721"/>
              <a:ext cx="446431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  <a:scene3d>
                <a:camera prst="orthographicFront">
                  <a:rot lat="0" lon="0" rev="2700000"/>
                </a:camera>
                <a:lightRig rig="threePt" dir="t"/>
              </a:scene3d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rial Narrow"/>
                  <a:cs typeface="Arial Narrow"/>
                </a:rPr>
                <a:t>-1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487680" y="2946400"/>
              <a:ext cx="1778000" cy="1778000"/>
            </a:xfrm>
            <a:prstGeom prst="ellipse">
              <a:avLst/>
            </a:prstGeom>
            <a:noFill/>
            <a:ln w="57150" cmpd="sng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>
              <a:off x="1060562" y="3515360"/>
              <a:ext cx="640080" cy="640080"/>
            </a:xfrm>
            <a:prstGeom prst="ellipse">
              <a:avLst/>
            </a:prstGeom>
            <a:noFill/>
            <a:ln w="57150" cmpd="sng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/>
            <p:cNvCxnSpPr>
              <a:stCxn id="6" idx="0"/>
              <a:endCxn id="6" idx="4"/>
            </p:cNvCxnSpPr>
            <p:nvPr/>
          </p:nvCxnSpPr>
          <p:spPr>
            <a:xfrm>
              <a:off x="1376680" y="2946400"/>
              <a:ext cx="0" cy="1778000"/>
            </a:xfrm>
            <a:prstGeom prst="line">
              <a:avLst/>
            </a:prstGeom>
            <a:ln w="57150" cmpd="sng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>
              <a:stCxn id="6" idx="2"/>
              <a:endCxn id="6" idx="6"/>
            </p:cNvCxnSpPr>
            <p:nvPr/>
          </p:nvCxnSpPr>
          <p:spPr>
            <a:xfrm>
              <a:off x="487680" y="3835400"/>
              <a:ext cx="1778000" cy="0"/>
            </a:xfrm>
            <a:prstGeom prst="line">
              <a:avLst/>
            </a:prstGeom>
            <a:ln w="57150" cmpd="sng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2722880" y="2692400"/>
            <a:ext cx="2286000" cy="2286000"/>
            <a:chOff x="2722880" y="2692400"/>
            <a:chExt cx="2286000" cy="2286000"/>
          </a:xfrm>
          <a:noFill/>
        </p:grpSpPr>
        <p:sp>
          <p:nvSpPr>
            <p:cNvPr id="65" name="Rectangle 64"/>
            <p:cNvSpPr>
              <a:spLocks noChangeAspect="1"/>
            </p:cNvSpPr>
            <p:nvPr/>
          </p:nvSpPr>
          <p:spPr>
            <a:xfrm>
              <a:off x="2722880" y="2692400"/>
              <a:ext cx="2286000" cy="2286000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246705" y="3101419"/>
              <a:ext cx="402674" cy="523220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none" rtlCol="0">
              <a:spAutoFit/>
              <a:scene3d>
                <a:camera prst="orthographicFront">
                  <a:rot lat="0" lon="0" rev="2700000"/>
                </a:camera>
                <a:lightRig rig="threePt" dir="t"/>
              </a:scene3d>
            </a:bodyPr>
            <a:lstStyle/>
            <a:p>
              <a:pPr algn="ctr"/>
              <a:r>
                <a:rPr lang="en-US" sz="2800" b="1" dirty="0">
                  <a:solidFill>
                    <a:srgbClr val="BA0003"/>
                  </a:solidFill>
                  <a:latin typeface="Arial Narrow"/>
                  <a:cs typeface="Arial Narrow"/>
                </a:rPr>
                <a:t>A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036510" y="4035980"/>
              <a:ext cx="446431" cy="523220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none" rtlCol="0">
              <a:spAutoFit/>
              <a:scene3d>
                <a:camera prst="orthographicFront">
                  <a:rot lat="0" lon="0" rev="2700000"/>
                </a:camera>
                <a:lightRig rig="threePt" dir="t"/>
              </a:scene3d>
            </a:bodyPr>
            <a:lstStyle/>
            <a:p>
              <a:pPr algn="ctr"/>
              <a:r>
                <a:rPr lang="en-US" sz="2800" b="1" dirty="0">
                  <a:solidFill>
                    <a:srgbClr val="BA0003"/>
                  </a:solidFill>
                  <a:latin typeface="Arial Narrow"/>
                  <a:cs typeface="Arial Narrow"/>
                </a:rPr>
                <a:t>-2</a:t>
              </a:r>
            </a:p>
          </p:txBody>
        </p:sp>
        <p:sp>
          <p:nvSpPr>
            <p:cNvPr id="68" name="Oval 67"/>
            <p:cNvSpPr/>
            <p:nvPr/>
          </p:nvSpPr>
          <p:spPr>
            <a:xfrm>
              <a:off x="2976880" y="2947659"/>
              <a:ext cx="1778000" cy="1778000"/>
            </a:xfrm>
            <a:prstGeom prst="ellipse">
              <a:avLst/>
            </a:prstGeom>
            <a:grpFill/>
            <a:ln w="571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3549762" y="3516619"/>
              <a:ext cx="640080" cy="640080"/>
            </a:xfrm>
            <a:prstGeom prst="ellipse">
              <a:avLst/>
            </a:prstGeom>
            <a:grpFill/>
            <a:ln w="571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Connector 69"/>
            <p:cNvCxnSpPr>
              <a:stCxn id="68" idx="0"/>
              <a:endCxn id="68" idx="4"/>
            </p:cNvCxnSpPr>
            <p:nvPr/>
          </p:nvCxnSpPr>
          <p:spPr>
            <a:xfrm>
              <a:off x="3865880" y="2947659"/>
              <a:ext cx="0" cy="1778000"/>
            </a:xfrm>
            <a:prstGeom prst="line">
              <a:avLst/>
            </a:prstGeom>
            <a:grpFill/>
            <a:ln w="57150" cmpd="sng"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>
              <a:stCxn id="68" idx="2"/>
              <a:endCxn id="68" idx="6"/>
            </p:cNvCxnSpPr>
            <p:nvPr/>
          </p:nvCxnSpPr>
          <p:spPr>
            <a:xfrm>
              <a:off x="2976880" y="3836659"/>
              <a:ext cx="1778000" cy="0"/>
            </a:xfrm>
            <a:prstGeom prst="line">
              <a:avLst/>
            </a:prstGeom>
            <a:grpFill/>
            <a:ln w="57150" cmpd="sng"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/>
          <p:cNvGrpSpPr/>
          <p:nvPr/>
        </p:nvGrpSpPr>
        <p:grpSpPr>
          <a:xfrm>
            <a:off x="5293360" y="2693659"/>
            <a:ext cx="2286000" cy="2286000"/>
            <a:chOff x="5293360" y="2693659"/>
            <a:chExt cx="2286000" cy="2286000"/>
          </a:xfrm>
        </p:grpSpPr>
        <p:sp>
          <p:nvSpPr>
            <p:cNvPr id="73" name="Rectangle 72"/>
            <p:cNvSpPr>
              <a:spLocks noChangeAspect="1"/>
            </p:cNvSpPr>
            <p:nvPr/>
          </p:nvSpPr>
          <p:spPr>
            <a:xfrm>
              <a:off x="5293360" y="2693659"/>
              <a:ext cx="2286000" cy="2286000"/>
            </a:xfrm>
            <a:prstGeom prst="rect">
              <a:avLst/>
            </a:prstGeom>
            <a:solidFill>
              <a:srgbClr val="BA0003"/>
            </a:solidFill>
            <a:ln>
              <a:solidFill>
                <a:srgbClr val="BA00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>
              <a:off x="5501666" y="3030888"/>
              <a:ext cx="1869388" cy="1611541"/>
            </a:xfrm>
            <a:prstGeom prst="hexagon">
              <a:avLst/>
            </a:prstGeom>
            <a:noFill/>
            <a:ln w="57150" cmpd="sng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262148" y="2990248"/>
              <a:ext cx="348423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rial Narrow"/>
                  <a:cs typeface="Arial Narrow"/>
                </a:rPr>
                <a:t>1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171468" y="2971820"/>
              <a:ext cx="348423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Arial Narrow"/>
                  <a:cs typeface="Arial Narrow"/>
                </a:rPr>
                <a:t>2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171468" y="4094480"/>
              <a:ext cx="348423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Arial Narrow"/>
                  <a:cs typeface="Arial Narrow"/>
                </a:rPr>
                <a:t>3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5373148" y="4132520"/>
              <a:ext cx="348423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Arial Narrow"/>
                  <a:cs typeface="Arial Narrow"/>
                </a:rPr>
                <a:t>5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378254" y="2955236"/>
              <a:ext cx="348423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Arial Narrow"/>
                  <a:cs typeface="Arial Narrow"/>
                </a:rPr>
                <a:t>6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701385" y="3408050"/>
              <a:ext cx="1469949" cy="769441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latin typeface="Arial Narrow"/>
                  <a:cs typeface="Arial Narrow"/>
                </a:rPr>
                <a:t>FFE:1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6262148" y="4116464"/>
              <a:ext cx="351378" cy="523220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Arial Narrow"/>
                  <a:cs typeface="Arial Narrow"/>
                </a:rPr>
                <a:t>4</a:t>
              </a: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5119495" y="212101"/>
            <a:ext cx="2615720" cy="2286000"/>
            <a:chOff x="5119495" y="212101"/>
            <a:chExt cx="2615720" cy="2286000"/>
          </a:xfrm>
        </p:grpSpPr>
        <p:sp>
          <p:nvSpPr>
            <p:cNvPr id="90" name="TextBox 89"/>
            <p:cNvSpPr txBox="1"/>
            <p:nvPr/>
          </p:nvSpPr>
          <p:spPr>
            <a:xfrm>
              <a:off x="5119495" y="999092"/>
              <a:ext cx="2615720" cy="7078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  <a:scene3d>
                <a:camera prst="orthographicFront">
                  <a:rot lat="0" lon="0" rev="2700000"/>
                </a:camera>
                <a:lightRig rig="threePt" dir="t"/>
              </a:scene3d>
            </a:bodyPr>
            <a:lstStyle/>
            <a:p>
              <a:pPr algn="ctr"/>
              <a:r>
                <a:rPr lang="en-US" sz="4000" b="1" dirty="0">
                  <a:latin typeface="Arial Narrow"/>
                  <a:cs typeface="Arial Narrow"/>
                </a:rPr>
                <a:t>Immobilized</a:t>
              </a:r>
            </a:p>
          </p:txBody>
        </p:sp>
        <p:sp>
          <p:nvSpPr>
            <p:cNvPr id="89" name="Rectangle 88"/>
            <p:cNvSpPr>
              <a:spLocks noChangeAspect="1"/>
            </p:cNvSpPr>
            <p:nvPr/>
          </p:nvSpPr>
          <p:spPr>
            <a:xfrm>
              <a:off x="5293360" y="212101"/>
              <a:ext cx="2286000" cy="2286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5554353" y="501332"/>
              <a:ext cx="745216" cy="70788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  <a:scene3d>
                <a:camera prst="orthographicFront">
                  <a:rot lat="0" lon="0" rev="2700000"/>
                </a:camera>
                <a:lightRig rig="threePt" dir="t"/>
              </a:scene3d>
            </a:bodyPr>
            <a:lstStyle/>
            <a:p>
              <a:pPr algn="ctr"/>
              <a:r>
                <a:rPr lang="en-US" sz="4000" b="1" dirty="0">
                  <a:solidFill>
                    <a:srgbClr val="000000"/>
                  </a:solidFill>
                  <a:latin typeface="Arial Narrow"/>
                  <a:cs typeface="Arial Narrow"/>
                </a:rPr>
                <a:t>TC</a:t>
              </a:r>
              <a:endParaRPr lang="en-US" sz="3200" b="1" dirty="0">
                <a:solidFill>
                  <a:srgbClr val="000000"/>
                </a:solidFill>
                <a:latin typeface="Arial Narrow"/>
                <a:cs typeface="Arial Narrow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457590" y="1556493"/>
              <a:ext cx="984239" cy="6463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  <a:scene3d>
                <a:camera prst="orthographicFront">
                  <a:rot lat="0" lon="0" rev="2700000"/>
                </a:camera>
                <a:lightRig rig="threePt" dir="t"/>
              </a:scene3d>
            </a:bodyPr>
            <a:lstStyle/>
            <a:p>
              <a:pPr algn="ctr"/>
              <a:r>
                <a:rPr lang="en-US" sz="3600" b="1" dirty="0">
                  <a:solidFill>
                    <a:srgbClr val="000000"/>
                  </a:solidFill>
                  <a:latin typeface="Arial Narrow"/>
                  <a:cs typeface="Arial Narrow"/>
                </a:rPr>
                <a:t>D5.5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5103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233680" y="212101"/>
            <a:ext cx="2286000" cy="2286000"/>
            <a:chOff x="233680" y="212101"/>
            <a:chExt cx="2286000" cy="2286000"/>
          </a:xfrm>
        </p:grpSpPr>
        <p:sp>
          <p:nvSpPr>
            <p:cNvPr id="16" name="Rectangle 15"/>
            <p:cNvSpPr>
              <a:spLocks noChangeAspect="1"/>
            </p:cNvSpPr>
            <p:nvPr/>
          </p:nvSpPr>
          <p:spPr>
            <a:xfrm>
              <a:off x="233680" y="212101"/>
              <a:ext cx="2286000" cy="2286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86689" y="548699"/>
              <a:ext cx="913231" cy="83099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000000"/>
                  </a:solidFill>
                  <a:latin typeface="Arial Narrow"/>
                  <a:cs typeface="Arial Narrow"/>
                </a:rPr>
                <a:t>HD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15945" y="470862"/>
              <a:ext cx="371817" cy="5847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000000"/>
                  </a:solidFill>
                  <a:latin typeface="Arial Narrow"/>
                  <a:cs typeface="Arial Narrow"/>
                </a:rPr>
                <a:t>1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62052" y="1324590"/>
              <a:ext cx="1276962" cy="5232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0000"/>
                  </a:solidFill>
                  <a:latin typeface="Times New Roman"/>
                  <a:cs typeface="Times New Roman"/>
                </a:rPr>
                <a:t>BU: +1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24561" y="1748690"/>
              <a:ext cx="1250312" cy="5232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0000"/>
                  </a:solidFill>
                  <a:latin typeface="Times New Roman"/>
                  <a:cs typeface="Times New Roman"/>
                </a:rPr>
                <a:t>CT: +2</a:t>
              </a: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914400" y="569565"/>
              <a:ext cx="985520" cy="0"/>
            </a:xfrm>
            <a:prstGeom prst="line">
              <a:avLst/>
            </a:prstGeom>
            <a:ln w="5715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1899920" y="558800"/>
              <a:ext cx="508000" cy="833109"/>
            </a:xfrm>
            <a:prstGeom prst="line">
              <a:avLst/>
            </a:prstGeom>
            <a:ln w="57150" cmpd="sng">
              <a:solidFill>
                <a:schemeClr val="tx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H="1">
              <a:off x="413847" y="558800"/>
              <a:ext cx="500554" cy="820896"/>
            </a:xfrm>
            <a:prstGeom prst="line">
              <a:avLst/>
            </a:prstGeom>
            <a:ln w="57150" cmpd="sng">
              <a:solidFill>
                <a:schemeClr val="tx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5-Point Star 16"/>
            <p:cNvSpPr/>
            <p:nvPr/>
          </p:nvSpPr>
          <p:spPr>
            <a:xfrm>
              <a:off x="619761" y="1862395"/>
              <a:ext cx="304800" cy="304800"/>
            </a:xfrm>
            <a:prstGeom prst="star5">
              <a:avLst/>
            </a:prstGeom>
            <a:solidFill>
              <a:srgbClr val="BA0003"/>
            </a:solidFill>
            <a:ln>
              <a:solidFill>
                <a:srgbClr val="BA00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 descr="Chinese-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912" y="5386832"/>
            <a:ext cx="182880" cy="182880"/>
          </a:xfrm>
          <a:prstGeom prst="rect">
            <a:avLst/>
          </a:prstGeom>
          <a:solidFill>
            <a:srgbClr val="FEC809"/>
          </a:solidFill>
        </p:spPr>
      </p:pic>
      <p:grpSp>
        <p:nvGrpSpPr>
          <p:cNvPr id="4" name="Group 3"/>
          <p:cNvGrpSpPr/>
          <p:nvPr/>
        </p:nvGrpSpPr>
        <p:grpSpPr>
          <a:xfrm>
            <a:off x="3139440" y="470862"/>
            <a:ext cx="2286000" cy="2286000"/>
            <a:chOff x="3139440" y="470862"/>
            <a:chExt cx="2286000" cy="2286000"/>
          </a:xfrm>
        </p:grpSpPr>
        <p:sp>
          <p:nvSpPr>
            <p:cNvPr id="13" name="Rectangle 12"/>
            <p:cNvSpPr>
              <a:spLocks noChangeAspect="1"/>
            </p:cNvSpPr>
            <p:nvPr/>
          </p:nvSpPr>
          <p:spPr>
            <a:xfrm>
              <a:off x="3139440" y="470862"/>
              <a:ext cx="2286000" cy="2286000"/>
            </a:xfrm>
            <a:prstGeom prst="rect">
              <a:avLst/>
            </a:prstGeom>
            <a:solidFill>
              <a:srgbClr val="ADA567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3820570" y="751791"/>
              <a:ext cx="936675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b="1" dirty="0">
                  <a:latin typeface="Arial"/>
                  <a:cs typeface="Arial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3444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119</Words>
  <Application>Microsoft Macintosh PowerPoint</Application>
  <PresentationFormat>On-screen Show (4:3)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Narrow</vt:lpstr>
      <vt:lpstr>Arial Narrow Bold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 and Larie Evans</dc:creator>
  <cp:lastModifiedBy>Matt Evans</cp:lastModifiedBy>
  <cp:revision>45</cp:revision>
  <dcterms:created xsi:type="dcterms:W3CDTF">2015-02-27T22:40:28Z</dcterms:created>
  <dcterms:modified xsi:type="dcterms:W3CDTF">2020-03-09T02:10:21Z</dcterms:modified>
</cp:coreProperties>
</file>